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Century Schoolbook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0988BF-A781-4ED9-9115-348A333F964D}">
  <a:tblStyle styleId="{740988BF-A781-4ED9-9115-348A333F964D}" styleName="Table_0">
    <a:wholeTbl>
      <a:tcTxStyle b="off" i="off">
        <a:font>
          <a:latin typeface="Source Sans Pro"/>
          <a:ea typeface="Source Sans Pro"/>
          <a:cs typeface="Source Sans Pro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CF4"/>
          </a:solidFill>
        </a:fill>
      </a:tcStyle>
    </a:wholeTbl>
    <a:band1H>
      <a:tcTxStyle/>
      <a:tcStyle>
        <a:fill>
          <a:solidFill>
            <a:srgbClr val="FFD7E7"/>
          </a:solidFill>
        </a:fill>
      </a:tcStyle>
    </a:band1H>
    <a:band2H>
      <a:tcTxStyle/>
    </a:band2H>
    <a:band1V>
      <a:tcTxStyle/>
      <a:tcStyle>
        <a:fill>
          <a:solidFill>
            <a:srgbClr val="FFD7E7"/>
          </a:solidFill>
        </a:fill>
      </a:tcStyle>
    </a:band1V>
    <a:band2V>
      <a:tcTxStyle/>
    </a:band2V>
    <a:lastCol>
      <a:tcTxStyle b="on" i="off">
        <a:font>
          <a:latin typeface="Source Sans Pro"/>
          <a:ea typeface="Source Sans Pro"/>
          <a:cs typeface="Source Sans Pro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ource Sans Pro"/>
          <a:ea typeface="Source Sans Pro"/>
          <a:cs typeface="Source Sans Pro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ource Sans Pro"/>
          <a:ea typeface="Source Sans Pro"/>
          <a:cs typeface="Source Sans Pro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Schoolbook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Schoolbook-italic.fntdata"/><Relationship Id="rId6" Type="http://schemas.openxmlformats.org/officeDocument/2006/relationships/slide" Target="slides/slide1.xml"/><Relationship Id="rId18" Type="http://schemas.openxmlformats.org/officeDocument/2006/relationships/font" Target="fonts/CenturySchoolboo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15" name="Google Shape;15;p2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7" name="Google Shape;27;p3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28" name="Google Shape;28;p3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40" name="Google Shape;40;p4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41" name="Google Shape;41;p4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4" name="Google Shape;54;p5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55" name="Google Shape;55;p5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70" name="Google Shape;70;p6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71" name="Google Shape;71;p6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" name="Google Shape;82;p7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83" name="Google Shape;83;p7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8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94" name="Google Shape;94;p8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grpSp>
        <p:nvGrpSpPr>
          <p:cNvPr id="107" name="Google Shape;107;p9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108" name="Google Shape;108;p9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grpSp>
        <p:nvGrpSpPr>
          <p:cNvPr id="121" name="Google Shape;121;p10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122" name="Google Shape;122;p10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4" name="Google Shape;134;p11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135" name="Google Shape;135;p11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47" name="Google Shape;147;p12"/>
          <p:cNvGrpSpPr/>
          <p:nvPr/>
        </p:nvGrpSpPr>
        <p:grpSpPr>
          <a:xfrm>
            <a:off x="10999563" y="5987064"/>
            <a:ext cx="1054465" cy="469689"/>
            <a:chOff x="9841624" y="4115729"/>
            <a:chExt cx="602169" cy="268223"/>
          </a:xfrm>
        </p:grpSpPr>
        <p:sp>
          <p:nvSpPr>
            <p:cNvPr id="148" name="Google Shape;148;p12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2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9177454" y="3965691"/>
            <a:ext cx="3014546" cy="2892309"/>
          </a:xfrm>
          <a:custGeom>
            <a:rect b="b" l="l" r="r" t="t"/>
            <a:pathLst>
              <a:path extrusionOk="0" h="3293393" w="3432581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9177454" y="3965691"/>
            <a:ext cx="3014546" cy="2892309"/>
          </a:xfrm>
          <a:custGeom>
            <a:rect b="b" l="l" r="r" t="t"/>
            <a:pathLst>
              <a:path extrusionOk="0" h="3293393" w="3432581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2746453" y="857546"/>
            <a:ext cx="6964685" cy="540246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2746453" y="857546"/>
            <a:ext cx="6964685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2" y="1"/>
            <a:ext cx="3799266" cy="4019910"/>
          </a:xfrm>
          <a:custGeom>
            <a:rect b="b" l="l" r="r" t="t"/>
            <a:pathLst>
              <a:path extrusionOk="0" h="4096327" w="3871489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2" y="1"/>
            <a:ext cx="3799266" cy="4019910"/>
          </a:xfrm>
          <a:custGeom>
            <a:rect b="b" l="l" r="r" t="t"/>
            <a:pathLst>
              <a:path extrusionOk="0" h="4096327" w="3871489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8190971" y="136525"/>
            <a:ext cx="1035526" cy="1035526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8190971" y="136525"/>
            <a:ext cx="1035526" cy="1035526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 txBox="1"/>
          <p:nvPr>
            <p:ph type="ctrTitle"/>
          </p:nvPr>
        </p:nvSpPr>
        <p:spPr>
          <a:xfrm>
            <a:off x="2886765" y="1017432"/>
            <a:ext cx="6418471" cy="3170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SOFTWARE PROJECT LAB - 01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886765" y="4280080"/>
            <a:ext cx="6418471" cy="1560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NAME: RASHIK RAIHAN</a:t>
            </a:r>
            <a:endParaRPr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BSSE ROLL: 1619</a:t>
            </a:r>
            <a:endParaRPr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0" y="1479558"/>
            <a:ext cx="1861854" cy="277779"/>
          </a:xfrm>
          <a:custGeom>
            <a:rect b="b" l="l" r="r" t="t"/>
            <a:pathLst>
              <a:path extrusionOk="0" h="277779" w="1861854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0" y="1919293"/>
            <a:ext cx="1861854" cy="277779"/>
          </a:xfrm>
          <a:custGeom>
            <a:rect b="b" l="l" r="r" t="t"/>
            <a:pathLst>
              <a:path extrusionOk="0" h="277779" w="1861854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13"/>
          <p:cNvGrpSpPr/>
          <p:nvPr/>
        </p:nvGrpSpPr>
        <p:grpSpPr>
          <a:xfrm>
            <a:off x="10341751" y="5783167"/>
            <a:ext cx="1054466" cy="469689"/>
            <a:chOff x="9841624" y="4115729"/>
            <a:chExt cx="602169" cy="268223"/>
          </a:xfrm>
        </p:grpSpPr>
        <p:sp>
          <p:nvSpPr>
            <p:cNvPr id="176" name="Google Shape;176;p13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3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14"/>
          <p:cNvGrpSpPr/>
          <p:nvPr/>
        </p:nvGrpSpPr>
        <p:grpSpPr>
          <a:xfrm>
            <a:off x="103040" y="1424181"/>
            <a:ext cx="1355538" cy="503582"/>
            <a:chOff x="2267504" y="2540250"/>
            <a:chExt cx="1990951" cy="739640"/>
          </a:xfrm>
        </p:grpSpPr>
        <p:sp>
          <p:nvSpPr>
            <p:cNvPr id="190" name="Google Shape;190;p14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14"/>
          <p:cNvGrpSpPr/>
          <p:nvPr/>
        </p:nvGrpSpPr>
        <p:grpSpPr>
          <a:xfrm>
            <a:off x="5532680" y="5188771"/>
            <a:ext cx="1076787" cy="1076789"/>
            <a:chOff x="5829300" y="3162300"/>
            <a:chExt cx="532256" cy="532257"/>
          </a:xfrm>
        </p:grpSpPr>
        <p:sp>
          <p:nvSpPr>
            <p:cNvPr id="193" name="Google Shape;193;p14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4"/>
          <p:cNvSpPr txBox="1"/>
          <p:nvPr>
            <p:ph type="title"/>
          </p:nvPr>
        </p:nvSpPr>
        <p:spPr>
          <a:xfrm>
            <a:off x="838200" y="1391619"/>
            <a:ext cx="4974771" cy="404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Project Title –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Pixel++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402502" y="629793"/>
            <a:ext cx="914565" cy="914565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402502" y="629793"/>
            <a:ext cx="914565" cy="914565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 txBox="1"/>
          <p:nvPr>
            <p:ph idx="1" type="body"/>
          </p:nvPr>
        </p:nvSpPr>
        <p:spPr>
          <a:xfrm>
            <a:off x="6687078" y="67078"/>
            <a:ext cx="3827703" cy="3717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 b="1" sz="18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608589" y="2972693"/>
            <a:ext cx="4870701" cy="2595420"/>
          </a:xfrm>
          <a:prstGeom prst="roundRect">
            <a:avLst>
              <a:gd fmla="val 16667" name="adj"/>
            </a:avLst>
          </a:prstGeom>
          <a:solidFill>
            <a:srgbClr val="CDF2F9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6951610" y="3292868"/>
            <a:ext cx="42761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Mohd. Zulfiquar Hafiz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IIT, University of Dhaka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"/>
          <p:cNvSpPr txBox="1"/>
          <p:nvPr>
            <p:ph type="title"/>
          </p:nvPr>
        </p:nvSpPr>
        <p:spPr>
          <a:xfrm>
            <a:off x="1102368" y="1877492"/>
            <a:ext cx="4030132" cy="3215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Project Overview</a:t>
            </a:r>
            <a:endParaRPr b="1"/>
          </a:p>
        </p:txBody>
      </p:sp>
      <p:grpSp>
        <p:nvGrpSpPr>
          <p:cNvPr id="221" name="Google Shape;221;p15"/>
          <p:cNvGrpSpPr/>
          <p:nvPr/>
        </p:nvGrpSpPr>
        <p:grpSpPr>
          <a:xfrm>
            <a:off x="0" y="377893"/>
            <a:ext cx="1861854" cy="717514"/>
            <a:chOff x="0" y="377893"/>
            <a:chExt cx="1861854" cy="717514"/>
          </a:xfrm>
        </p:grpSpPr>
        <p:sp>
          <p:nvSpPr>
            <p:cNvPr id="222" name="Google Shape;222;p15"/>
            <p:cNvSpPr/>
            <p:nvPr/>
          </p:nvSpPr>
          <p:spPr>
            <a:xfrm>
              <a:off x="0" y="377893"/>
              <a:ext cx="1861854" cy="277779"/>
            </a:xfrm>
            <a:custGeom>
              <a:rect b="b" l="l" r="r" t="t"/>
              <a:pathLst>
                <a:path extrusionOk="0" h="277779" w="1861854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0" y="817628"/>
              <a:ext cx="1861854" cy="277779"/>
            </a:xfrm>
            <a:custGeom>
              <a:rect b="b" l="l" r="r" t="t"/>
              <a:pathLst>
                <a:path extrusionOk="0" h="277779" w="1861854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15"/>
          <p:cNvSpPr/>
          <p:nvPr/>
        </p:nvSpPr>
        <p:spPr>
          <a:xfrm>
            <a:off x="4588524" y="457812"/>
            <a:ext cx="914565" cy="914565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4588524" y="457812"/>
            <a:ext cx="914565" cy="914565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 txBox="1"/>
          <p:nvPr>
            <p:ph idx="1" type="body"/>
          </p:nvPr>
        </p:nvSpPr>
        <p:spPr>
          <a:xfrm>
            <a:off x="5972766" y="667344"/>
            <a:ext cx="5897529" cy="5298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Digital images often suffer from: </a:t>
            </a:r>
            <a:endParaRPr/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Noise (unwanted distortions)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Blur (loss of detail)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Low resolution (pixelation when scaled)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Basic processing methods may be fast but reduce image quality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Enhance image quality using advanced algorithms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Compare basic vs advanced techniques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 performance using multithreading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Analyze results using CSV-based benchmarking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9" name="Google Shape;229;p15"/>
          <p:cNvGrpSpPr/>
          <p:nvPr/>
        </p:nvGrpSpPr>
        <p:grpSpPr>
          <a:xfrm>
            <a:off x="10581034" y="5750136"/>
            <a:ext cx="1054466" cy="469689"/>
            <a:chOff x="9841624" y="4115729"/>
            <a:chExt cx="602169" cy="268223"/>
          </a:xfrm>
        </p:grpSpPr>
        <p:sp>
          <p:nvSpPr>
            <p:cNvPr id="230" name="Google Shape;230;p15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 txBox="1"/>
          <p:nvPr>
            <p:ph type="title"/>
          </p:nvPr>
        </p:nvSpPr>
        <p:spPr>
          <a:xfrm>
            <a:off x="838200" y="120989"/>
            <a:ext cx="9447838" cy="1340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Project Evolution</a:t>
            </a:r>
            <a:endParaRPr b="1"/>
          </a:p>
        </p:txBody>
      </p:sp>
      <p:graphicFrame>
        <p:nvGraphicFramePr>
          <p:cNvPr id="240" name="Google Shape;240;p16"/>
          <p:cNvGraphicFramePr/>
          <p:nvPr/>
        </p:nvGraphicFramePr>
        <p:xfrm>
          <a:off x="835980" y="13242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{740988BF-A781-4ED9-9115-348A333F964D}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During Midterm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Upscaling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Bilinear Interpolation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Lanczos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Denoising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Filter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Non-Local Means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Sharpening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Laplacian Filter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Unsharp Masking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Edge Detection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Sobel Operator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Multithreading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CSV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✔️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845448" y="447277"/>
            <a:ext cx="3294813" cy="59114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849940" y="438890"/>
            <a:ext cx="3294813" cy="5911481"/>
          </a:xfrm>
          <a:prstGeom prst="rect">
            <a:avLst/>
          </a:prstGeom>
          <a:solidFill>
            <a:schemeClr val="accent3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743787" y="308343"/>
            <a:ext cx="3294813" cy="5911481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327841" y="499242"/>
            <a:ext cx="914565" cy="914565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327841" y="499242"/>
            <a:ext cx="914565" cy="914565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 txBox="1"/>
          <p:nvPr>
            <p:ph type="title"/>
          </p:nvPr>
        </p:nvSpPr>
        <p:spPr>
          <a:xfrm>
            <a:off x="838200" y="1195697"/>
            <a:ext cx="3105985" cy="4238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Algorithm Overview</a:t>
            </a:r>
            <a:endParaRPr b="1"/>
          </a:p>
        </p:txBody>
      </p:sp>
      <p:graphicFrame>
        <p:nvGraphicFramePr>
          <p:cNvPr id="252" name="Google Shape;252;p17"/>
          <p:cNvGraphicFramePr/>
          <p:nvPr/>
        </p:nvGraphicFramePr>
        <p:xfrm>
          <a:off x="4586796" y="10357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{740988BF-A781-4ED9-9115-348A333F964D}</a:tableStyleId>
              </a:tblPr>
              <a:tblGrid>
                <a:gridCol w="2360600"/>
                <a:gridCol w="2506425"/>
                <a:gridCol w="2259100"/>
              </a:tblGrid>
              <a:tr h="58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Feature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Basic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Advanced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9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Upscaling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Bilinear Interpolation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Lanczos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9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Denoising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Median Filter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Non-Local Means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9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Sharpening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Unsharp Mask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Laplacian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9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Edge Detection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Sobel Operator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(Enhanced quality)</a:t>
                      </a:r>
                      <a:endParaRPr/>
                    </a:p>
                  </a:txBody>
                  <a:tcPr marT="67575" marB="67575" marR="135125" marL="1351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>
            <p:ph type="title"/>
          </p:nvPr>
        </p:nvSpPr>
        <p:spPr>
          <a:xfrm>
            <a:off x="838200" y="1357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Results (Denoising)</a:t>
            </a:r>
            <a:endParaRPr b="1"/>
          </a:p>
        </p:txBody>
      </p:sp>
      <p:pic>
        <p:nvPicPr>
          <p:cNvPr descr="A person wearing a hat&#10;&#10;AI-generated content may be incorrect." id="258" name="Google Shape;25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2129" l="34629" r="41445" t="30184"/>
          <a:stretch/>
        </p:blipFill>
        <p:spPr>
          <a:xfrm>
            <a:off x="860308" y="1602267"/>
            <a:ext cx="3831623" cy="3827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wearing a hat&#10;&#10;AI-generated content may be incorrect." id="259" name="Google Shape;259;p18"/>
          <p:cNvPicPr preferRelativeResize="0"/>
          <p:nvPr/>
        </p:nvPicPr>
        <p:blipFill rotWithShape="1">
          <a:blip r:embed="rId4">
            <a:alphaModFix/>
          </a:blip>
          <a:srcRect b="43091" l="36804" r="41260" t="31430"/>
          <a:stretch/>
        </p:blipFill>
        <p:spPr>
          <a:xfrm>
            <a:off x="7522522" y="1599908"/>
            <a:ext cx="3830120" cy="383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 txBox="1"/>
          <p:nvPr/>
        </p:nvSpPr>
        <p:spPr>
          <a:xfrm>
            <a:off x="861540" y="5615458"/>
            <a:ext cx="381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 Filter</a:t>
            </a:r>
            <a:b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(Preserves less detail)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520459" y="5618890"/>
            <a:ext cx="38374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Non-Local Means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(Preserves more detail)</a:t>
            </a:r>
            <a:endParaRPr/>
          </a:p>
        </p:txBody>
      </p:sp>
      <p:pic>
        <p:nvPicPr>
          <p:cNvPr descr="A blurry image of a person&amp;#39;s face&#10;&#10;AI-generated content may be incorrect." id="262" name="Google Shape;2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625" y="1457754"/>
            <a:ext cx="2190750" cy="9906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  <p:sp>
        <p:nvSpPr>
          <p:cNvPr id="263" name="Google Shape;263;p18"/>
          <p:cNvSpPr/>
          <p:nvPr/>
        </p:nvSpPr>
        <p:spPr>
          <a:xfrm rot="2040000">
            <a:off x="4296790" y="2542996"/>
            <a:ext cx="281459" cy="185694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 rot="-4980000">
            <a:off x="8281083" y="3158925"/>
            <a:ext cx="329510" cy="2323752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 up of a person&amp;#39;s eye&#10;&#10;AI-generated content may be incorrect." id="265" name="Google Shape;2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96291" y="3519486"/>
            <a:ext cx="2199418" cy="999784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>
            <p:ph type="title"/>
          </p:nvPr>
        </p:nvSpPr>
        <p:spPr>
          <a:xfrm>
            <a:off x="838200" y="1610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Results (Edge Detection)</a:t>
            </a:r>
            <a:endParaRPr b="1"/>
          </a:p>
        </p:txBody>
      </p:sp>
      <p:pic>
        <p:nvPicPr>
          <p:cNvPr descr="A drawing of a person with a feather hat&#10;&#10;AI-generated content may be incorrect." id="271" name="Google Shape;27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611" y="1712572"/>
            <a:ext cx="405338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9"/>
          <p:cNvSpPr txBox="1"/>
          <p:nvPr/>
        </p:nvSpPr>
        <p:spPr>
          <a:xfrm>
            <a:off x="840090" y="5966173"/>
            <a:ext cx="40501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Sobel Operator </a:t>
            </a:r>
            <a:b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(Static Threshold)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6890180" y="5965561"/>
            <a:ext cx="41408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Sobel Operator</a:t>
            </a:r>
            <a:b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(Dynamic Threshold)</a:t>
            </a:r>
            <a:endParaRPr/>
          </a:p>
        </p:txBody>
      </p:sp>
      <p:pic>
        <p:nvPicPr>
          <p:cNvPr descr="A black and white drawing of a person&#10;&#10;AI-generated content may be incorrect." id="274" name="Google Shape;2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1521" y="1715609"/>
            <a:ext cx="4136995" cy="412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/>
          <p:nvPr>
            <p:ph type="title"/>
          </p:nvPr>
        </p:nvSpPr>
        <p:spPr>
          <a:xfrm>
            <a:off x="838200" y="18823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Optimization </a:t>
            </a:r>
            <a:endParaRPr b="1"/>
          </a:p>
        </p:txBody>
      </p:sp>
      <p:sp>
        <p:nvSpPr>
          <p:cNvPr id="280" name="Google Shape;280;p20"/>
          <p:cNvSpPr txBox="1"/>
          <p:nvPr>
            <p:ph idx="1" type="body"/>
          </p:nvPr>
        </p:nvSpPr>
        <p:spPr>
          <a:xfrm>
            <a:off x="838200" y="1397000"/>
            <a:ext cx="6005523" cy="4984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Multithreading (MT)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 Divides image processing work across multiple CPU threads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 Processes different parts of the image simultaneously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 Reduces overall execution time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Achieves significant speed improvement (up to 10x speedup)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Contiguous memory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layout improves cache locality. This reduces cache misses and enhances performance during parallel processing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id of numbers and lines&#10;&#10;AI-generated content may be incorrect." id="281" name="Google Shape;2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022" y="1394460"/>
            <a:ext cx="5537835" cy="4053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 txBox="1"/>
          <p:nvPr/>
        </p:nvSpPr>
        <p:spPr>
          <a:xfrm>
            <a:off x="6944075" y="5336650"/>
            <a:ext cx="42885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rows of pixels divided into 3 threads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 txBox="1"/>
          <p:nvPr>
            <p:ph type="title"/>
          </p:nvPr>
        </p:nvSpPr>
        <p:spPr>
          <a:xfrm>
            <a:off x="838200" y="16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Performance &amp; Benchmarking</a:t>
            </a:r>
            <a:endParaRPr b="1"/>
          </a:p>
        </p:txBody>
      </p:sp>
      <p:graphicFrame>
        <p:nvGraphicFramePr>
          <p:cNvPr id="288" name="Google Shape;288;p21"/>
          <p:cNvGraphicFramePr/>
          <p:nvPr/>
        </p:nvGraphicFramePr>
        <p:xfrm>
          <a:off x="836839" y="1496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{740988BF-A781-4ED9-9115-348A333F964D}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Basic 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MT (8 threads) 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MT (16 threads) (s)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Bilinear Interpolation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0.796872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0.132289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0.079367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Lanczos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9.550705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1.648525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1.204690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Filter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94.594565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13.440227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9.346646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Non-Local Means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2861.486949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658.994235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464.183417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Unsharp Masking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3.525117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0.652248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0.574929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Laplacian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2.341146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0.532913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0.424064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Sobel Operator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</a:rPr>
                        <a:t>4.389104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0.839225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0.608131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21"/>
          <p:cNvSpPr txBox="1"/>
          <p:nvPr/>
        </p:nvSpPr>
        <p:spPr>
          <a:xfrm>
            <a:off x="837001" y="5697350"/>
            <a:ext cx="101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algorithms are tested with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10,000 x 10,000 resolution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images ~ 100 million pixels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Conclusion &amp; Challenges</a:t>
            </a:r>
            <a:endParaRPr b="1"/>
          </a:p>
        </p:txBody>
      </p:sp>
      <p:sp>
        <p:nvSpPr>
          <p:cNvPr id="295" name="Google Shape;29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Successfully implemented multiple image processing features in C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Improved image quality using advanced algorithms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With the help of data parallelism achieved significant performance improvement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Built a system capable of both quality enhancement and performance benchmarking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Efficient memory management in C during image processing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Synchronization and coordination in multithreaded processing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Knowing when to lock a variable and when to share it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Balancing performance improvement with code maintainability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3"/>
          <p:cNvGrpSpPr/>
          <p:nvPr/>
        </p:nvGrpSpPr>
        <p:grpSpPr>
          <a:xfrm>
            <a:off x="10999576" y="5987064"/>
            <a:ext cx="1054466" cy="469689"/>
            <a:chOff x="9841624" y="4115729"/>
            <a:chExt cx="602169" cy="268223"/>
          </a:xfrm>
        </p:grpSpPr>
        <p:sp>
          <p:nvSpPr>
            <p:cNvPr id="301" name="Google Shape;301;p23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p23"/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rgbClr val="CDF7E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23"/>
          <p:cNvGrpSpPr/>
          <p:nvPr/>
        </p:nvGrpSpPr>
        <p:grpSpPr>
          <a:xfrm>
            <a:off x="0" y="1479558"/>
            <a:ext cx="1861854" cy="717514"/>
            <a:chOff x="0" y="1479558"/>
            <a:chExt cx="1861854" cy="717514"/>
          </a:xfrm>
        </p:grpSpPr>
        <p:sp>
          <p:nvSpPr>
            <p:cNvPr id="309" name="Google Shape;309;p23"/>
            <p:cNvSpPr/>
            <p:nvPr/>
          </p:nvSpPr>
          <p:spPr>
            <a:xfrm>
              <a:off x="0" y="1479558"/>
              <a:ext cx="1861854" cy="277779"/>
            </a:xfrm>
            <a:custGeom>
              <a:rect b="b" l="l" r="r" t="t"/>
              <a:pathLst>
                <a:path extrusionOk="0" h="277779" w="1861854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0" y="1919293"/>
              <a:ext cx="1861854" cy="277779"/>
            </a:xfrm>
            <a:custGeom>
              <a:rect b="b" l="l" r="r" t="t"/>
              <a:pathLst>
                <a:path extrusionOk="0" h="277779" w="1861854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23"/>
          <p:cNvSpPr/>
          <p:nvPr/>
        </p:nvSpPr>
        <p:spPr>
          <a:xfrm>
            <a:off x="2018992" y="-10634"/>
            <a:ext cx="6655405" cy="6335470"/>
          </a:xfrm>
          <a:custGeom>
            <a:rect b="b" l="l" r="r" t="t"/>
            <a:pathLst>
              <a:path extrusionOk="0" h="6050127" w="6355652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1955194" y="-1"/>
            <a:ext cx="6705251" cy="6318526"/>
          </a:xfrm>
          <a:custGeom>
            <a:rect b="b" l="l" r="r" t="t"/>
            <a:pathLst>
              <a:path extrusionOk="0" h="6050127" w="6355652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1786886" y="-1"/>
            <a:ext cx="6705251" cy="6215019"/>
          </a:xfrm>
          <a:custGeom>
            <a:rect b="b" l="l" r="r" t="t"/>
            <a:pathLst>
              <a:path extrusionOk="0" h="5890980" w="6355652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 txBox="1"/>
          <p:nvPr>
            <p:ph type="title"/>
          </p:nvPr>
        </p:nvSpPr>
        <p:spPr>
          <a:xfrm>
            <a:off x="2242409" y="895483"/>
            <a:ext cx="5786232" cy="30111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en-US" sz="6000" cap="none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8534716" y="188494"/>
            <a:ext cx="1048371" cy="1048371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8534716" y="188494"/>
            <a:ext cx="1048371" cy="1048371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23"/>
          <p:cNvGrpSpPr/>
          <p:nvPr/>
        </p:nvGrpSpPr>
        <p:grpSpPr>
          <a:xfrm>
            <a:off x="9583101" y="3578317"/>
            <a:ext cx="1054466" cy="469689"/>
            <a:chOff x="9841624" y="4115729"/>
            <a:chExt cx="602169" cy="268223"/>
          </a:xfrm>
        </p:grpSpPr>
        <p:sp>
          <p:nvSpPr>
            <p:cNvPr id="318" name="Google Shape;318;p23"/>
            <p:cNvSpPr/>
            <p:nvPr/>
          </p:nvSpPr>
          <p:spPr>
            <a:xfrm>
              <a:off x="9841624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9941445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10041267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10141090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10240911" y="4115729"/>
              <a:ext cx="202882" cy="268223"/>
            </a:xfrm>
            <a:custGeom>
              <a:rect b="b" l="l" r="r" t="t"/>
              <a:pathLst>
                <a:path extrusionOk="0" h="268223" w="202882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23"/>
          <p:cNvSpPr/>
          <p:nvPr/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9422467" y="4200769"/>
            <a:ext cx="2769534" cy="2657232"/>
          </a:xfrm>
          <a:custGeom>
            <a:rect b="b" l="l" r="r" t="t"/>
            <a:pathLst>
              <a:path extrusionOk="0" h="3293393" w="3432581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9422467" y="4200768"/>
            <a:ext cx="2769534" cy="2657232"/>
          </a:xfrm>
          <a:custGeom>
            <a:rect b="b" l="l" r="r" t="t"/>
            <a:pathLst>
              <a:path extrusionOk="0" h="3293393" w="3432581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nkyShapesVTI">
  <a:themeElements>
    <a:clrScheme name="Custom 15">
      <a:dk1>
        <a:srgbClr val="000000"/>
      </a:dk1>
      <a:lt1>
        <a:srgbClr val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